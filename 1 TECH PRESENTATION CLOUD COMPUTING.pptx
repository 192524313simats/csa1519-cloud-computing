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91AFA0-19BD-4B58-A9C1-3AA40FC25E7D}" v="17" dt="2026-07-22T15:49:17.312"/>
    <p1510:client id="{24B5DDE0-067C-4F67-BD16-C7DD1EA05D60}" v="11" dt="2026-07-23T04:06:22.5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shali p" userId="974fc83f7118b685" providerId="LiveId" clId="{2182BB57-D76C-45B9-8104-0E965AFA986B}"/>
    <pc:docChg chg="custSel modSld">
      <pc:chgData name="vishali p" userId="974fc83f7118b685" providerId="LiveId" clId="{2182BB57-D76C-45B9-8104-0E965AFA986B}" dt="2026-07-23T04:05:47.378" v="5" actId="27636"/>
      <pc:docMkLst>
        <pc:docMk/>
      </pc:docMkLst>
      <pc:sldChg chg="modSp mod">
        <pc:chgData name="vishali p" userId="974fc83f7118b685" providerId="LiveId" clId="{2182BB57-D76C-45B9-8104-0E965AFA986B}" dt="2026-07-23T04:05:47.378" v="5" actId="27636"/>
        <pc:sldMkLst>
          <pc:docMk/>
          <pc:sldMk cId="58860506" sldId="258"/>
        </pc:sldMkLst>
        <pc:spChg chg="mod">
          <ac:chgData name="vishali p" userId="974fc83f7118b685" providerId="LiveId" clId="{2182BB57-D76C-45B9-8104-0E965AFA986B}" dt="2026-07-23T04:05:47.378" v="5" actId="27636"/>
          <ac:spMkLst>
            <pc:docMk/>
            <pc:sldMk cId="58860506" sldId="258"/>
            <ac:spMk id="4" creationId="{C0BEA07E-EE81-084C-B3D8-E9C7756ADCD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755AA-9977-5498-E0A0-014F570DB4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CF4F4C-6E84-76F0-792D-2006959AE1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D1BE6-33D4-3BE0-8C8A-B60BB2E6E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CB9D3-20BC-4059-A25C-ABB0175E733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C533C9-B9F2-130B-DBED-4655DCD1C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7AEB3-1B49-91C4-48CA-1DFEA5494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ED5A0-D1A8-4A2F-B792-49D69142C2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611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1BA82-CF86-59E4-B8A5-7959576A3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F52DF-CD83-3692-17F5-00741B53B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73D3A-CA66-A9D3-8E21-5FB524035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CB9D3-20BC-4059-A25C-ABB0175E733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94E06-8E26-8603-7A53-A460EC786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8B9D10-64AA-B7F1-EF93-A63698D62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ED5A0-D1A8-4A2F-B792-49D69142C2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653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68410-F80E-0281-739D-CE84BA247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29B372-3532-B5DD-6E80-2890D18E6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6FA96-4B68-FE1D-5099-BBDBE748B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CB9D3-20BC-4059-A25C-ABB0175E733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AD22E-6EFF-868D-041F-212E82514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8209B-0C0E-171F-3CC2-7F251EA23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ED5A0-D1A8-4A2F-B792-49D69142C2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5964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15B62-F077-E6D2-4737-70F24C1EA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BC22F-DE16-D787-9624-E8DC13BEC3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5C1583-BC77-C3C9-D62C-E35777183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0D7D5-08E2-B0D5-162A-CF4BD4367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CB9D3-20BC-4059-A25C-ABB0175E733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90AECA-B66E-9B51-42C6-1A422B0B1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0F8661-2562-5587-C1B4-98FD01680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ED5A0-D1A8-4A2F-B792-49D69142C2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259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07ECE-B4DA-3598-190E-00C9D9526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F26892-30B3-44B0-1027-36C07146A0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9F74AB-05FD-62CE-4B71-474A2350B8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B465C8-6023-E9D7-2CB6-C8100ADF5C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BC68C3-A158-51D7-B387-90BDD1562E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5C5B46-A252-7E0B-D78B-C5864B4BD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CB9D3-20BC-4059-A25C-ABB0175E733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E800E3-9B09-5BB4-0EB1-AC7D2CDBA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810699-A099-7585-339F-FCF682AFD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ED5A0-D1A8-4A2F-B792-49D69142C2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1071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1DA1B-1714-80B2-01A0-05B23F2A8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841EA8-5747-BFFC-9349-872E62DB3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CB9D3-20BC-4059-A25C-ABB0175E733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47747E-BBC6-84BB-4F37-3021EAD7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7CA968-2FE2-F06C-6908-DBFF90357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ED5A0-D1A8-4A2F-B792-49D69142C2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6639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3C513A-AC5A-0179-ACBB-720E84096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CB9D3-20BC-4059-A25C-ABB0175E733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0928DA-DFF6-1855-0F76-7666CA092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03BA2F-410F-9ED0-C08E-73F81244F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ED5A0-D1A8-4A2F-B792-49D69142C2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9527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2827B-0999-A81D-1A36-AA891A61F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FD1F3-ACB8-30A1-FA9C-906D7B91C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C454A6-C51C-3589-D03B-F5359E0CF4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8307C9-B3CA-4122-0126-CAFA4341F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CB9D3-20BC-4059-A25C-ABB0175E733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777494-6B32-EE19-91C4-BECAE2FBA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DBFC80-CD5C-7755-6BCA-454AD45C0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ED5A0-D1A8-4A2F-B792-49D69142C2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7037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43B09-5B0F-6729-EF27-E9B2A33B4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83E757-A377-2ED0-C3B3-CF4257A3AD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B2F391-CD00-F672-CE1A-B625166BEA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85F181-2701-CDF0-C8D7-B8398C7F6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CB9D3-20BC-4059-A25C-ABB0175E733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E1CF4-ECD5-E5B4-9439-921DD26B5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546C65-035D-4F34-DD49-E3AB4ED88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ED5A0-D1A8-4A2F-B792-49D69142C2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622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C0F78-1065-2C4B-55CF-FB91ACF85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2375B1-C7DA-946A-A555-F11C17163C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B0F067-AD6E-0354-BF16-1AC078B92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CB9D3-20BC-4059-A25C-ABB0175E733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1DC72-DDC7-9341-D4BF-B6F74F760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D6642-B319-1089-C81A-4BBAC350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ED5A0-D1A8-4A2F-B792-49D69142C2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250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B81FA2-A17B-D226-B113-76BC729DB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58A51F-317A-7CAB-7E9F-67CF7DF752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78D71-79E8-B452-0B70-91C8576D1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CB9D3-20BC-4059-A25C-ABB0175E733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F629B-26F2-5B7D-F558-F57D06562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77847-DBC8-6E02-C351-163C03D15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ED5A0-D1A8-4A2F-B792-49D69142C2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7827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74D18F-C0F8-3130-9CEB-C1C78562E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A979E0-AF46-697A-F934-81C155E972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EC91D-D07A-9E49-96F8-D4C66D58D5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FCB9D3-20BC-4059-A25C-ABB0175E733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154FA-02AF-8D9C-1C49-8016A6DD40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1870E-51BF-ADE3-5CF5-1F2A2ADC9D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CED5A0-D1A8-4A2F-B792-49D69142C2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5467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4" r:id="rId1"/>
    <p:sldLayoutId id="2147484075" r:id="rId2"/>
    <p:sldLayoutId id="2147484076" r:id="rId3"/>
    <p:sldLayoutId id="2147484077" r:id="rId4"/>
    <p:sldLayoutId id="2147484078" r:id="rId5"/>
    <p:sldLayoutId id="2147484079" r:id="rId6"/>
    <p:sldLayoutId id="2147484080" r:id="rId7"/>
    <p:sldLayoutId id="2147484081" r:id="rId8"/>
    <p:sldLayoutId id="2147484082" r:id="rId9"/>
    <p:sldLayoutId id="2147484083" r:id="rId10"/>
    <p:sldLayoutId id="21474840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31D2D-50A7-39B0-6EC6-71A94363D0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8308" y="1984664"/>
            <a:ext cx="11592232" cy="3751117"/>
          </a:xfrm>
        </p:spPr>
        <p:txBody>
          <a:bodyPr>
            <a:normAutofit fontScale="90000"/>
          </a:bodyPr>
          <a:lstStyle/>
          <a:p>
            <a:pPr algn="ctr"/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Robotics: Building Smarter Robots with the Cloud</a:t>
            </a:r>
            <a:r>
              <a:rPr lang="en-I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IN" sz="6600" dirty="0"/>
            </a:br>
            <a:br>
              <a:rPr lang="en-IN" sz="6600" dirty="0"/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VISHALI P (1925242313)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</a:t>
            </a:r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2228E4-522D-00D5-19D7-38852DDB4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398273"/>
            <a:ext cx="11689080" cy="1079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566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E69055-3DDA-8BB7-D747-FA2094F9B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466" y="1019816"/>
            <a:ext cx="11313352" cy="976312"/>
          </a:xfrm>
        </p:spPr>
        <p:txBody>
          <a:bodyPr>
            <a:normAutofit/>
          </a:bodyPr>
          <a:lstStyle/>
          <a:p>
            <a:pPr algn="ctr"/>
            <a:r>
              <a:rPr lang="en-US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  <a:endParaRPr lang="en-IN" sz="3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528146D-DC22-43F1-5C67-91893A5D22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3624" y="2661427"/>
            <a:ext cx="6885485" cy="5063612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Robotics is a combination of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Robots connect to the cloud through the internet.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cloud helps robots store data and make better decisions.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makes robots smarter and more efficient</a:t>
            </a:r>
            <a:r>
              <a:rPr lang="en-IN" sz="2400" dirty="0"/>
              <a:t>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50329D-5D3B-256F-61D5-57AB65DE1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54" y="227052"/>
            <a:ext cx="11689080" cy="857585"/>
          </a:xfrm>
          <a:prstGeom prst="rect">
            <a:avLst/>
          </a:prstGeom>
        </p:spPr>
      </p:pic>
      <p:pic>
        <p:nvPicPr>
          <p:cNvPr id="2" name="Picture 1" descr="Cloud Robotics Automation: The Future of Smart Productivity">
            <a:extLst>
              <a:ext uri="{FF2B5EF4-FFF2-40B4-BE49-F238E27FC236}">
                <a16:creationId xmlns:a16="http://schemas.microsoft.com/office/drawing/2014/main" id="{4EBF9C1E-BBB1-EA3C-A491-9BDFFA07B8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5871" y="2320412"/>
            <a:ext cx="4798142" cy="4385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984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4994C-1F35-F329-7407-AD2F50A33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06" y="609600"/>
            <a:ext cx="11507729" cy="1278466"/>
          </a:xfrm>
        </p:spPr>
        <p:txBody>
          <a:bodyPr>
            <a:noAutofit/>
          </a:bodyPr>
          <a:lstStyle/>
          <a:p>
            <a:pPr algn="ctr"/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Cloud Robotics Works</a:t>
            </a:r>
            <a:endParaRPr lang="en-IN" sz="36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BEA07E-EE81-084C-B3D8-E9C7756ADC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156" y="2043841"/>
            <a:ext cx="11689079" cy="4671592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 collects data using sensors and cameras.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sent to the cloud.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cloud processes the data.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cloud sends the result back.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robot performs the task</a:t>
            </a:r>
            <a:r>
              <a:rPr lang="en-IN" sz="2000" dirty="0"/>
              <a:t>. </a:t>
            </a:r>
          </a:p>
          <a:p>
            <a:endParaRPr lang="en-IN" sz="2000" dirty="0"/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Flow: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 → Internet → Cloud → Robot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81E721-9A99-C537-538F-7E75C71CB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94968"/>
            <a:ext cx="11689080" cy="6504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F4CF1D-19E9-3F7A-09CA-C0B35B314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1978" y="1991304"/>
            <a:ext cx="4600022" cy="4571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60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9F221-2C94-FD01-DB93-7A45587E1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27" y="528110"/>
            <a:ext cx="11326091" cy="1278466"/>
          </a:xfrm>
        </p:spPr>
        <p:txBody>
          <a:bodyPr>
            <a:normAutofit/>
          </a:bodyPr>
          <a:lstStyle/>
          <a:p>
            <a:pPr algn="ctr"/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  <a:endParaRPr lang="en-IN" sz="36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118C78-8B26-F502-0152-11B4CC689E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985" y="1722933"/>
            <a:ext cx="10465346" cy="4606957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Sensors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Camera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Controller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Connects the robot to the cloud.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Stores data.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Processes information.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Runs AI programs.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4FE9EC-6156-90B5-3653-C76BED78B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81832"/>
            <a:ext cx="11689080" cy="1079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516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DD19A-38FF-3284-8B5D-6CA01D0A3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49" y="1383323"/>
            <a:ext cx="3854528" cy="814187"/>
          </a:xfrm>
        </p:spPr>
        <p:txBody>
          <a:bodyPr>
            <a:normAutofit fontScale="90000"/>
          </a:bodyPr>
          <a:lstStyle/>
          <a:p>
            <a:br>
              <a:rPr lang="en-IN" sz="4000" dirty="0"/>
            </a:b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789129-531F-F8BF-DE4D-EFBB43DA5A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1149" y="2486379"/>
            <a:ext cx="10155924" cy="4660490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Hospital robots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Factories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Assembly robots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Warehouses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Product picking robots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Crop monitoring robots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Food and parcel delivery robots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CA924-C113-2D50-F7A8-BE41BA6A5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81832"/>
            <a:ext cx="11689080" cy="107970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0226725-3E58-F7B6-D734-7B41A730EE42}"/>
              </a:ext>
            </a:extLst>
          </p:cNvPr>
          <p:cNvSpPr txBox="1"/>
          <p:nvPr/>
        </p:nvSpPr>
        <p:spPr>
          <a:xfrm>
            <a:off x="4142509" y="1395046"/>
            <a:ext cx="61018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</p:spTree>
    <p:extLst>
      <p:ext uri="{BB962C8B-B14F-4D97-AF65-F5344CB8AC3E}">
        <p14:creationId xmlns:p14="http://schemas.microsoft.com/office/powerpoint/2010/main" val="2860842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5ABF024-C940-BA6F-03FD-A8BC112D9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666" y="1337900"/>
            <a:ext cx="8596668" cy="747100"/>
          </a:xfrm>
        </p:spPr>
        <p:txBody>
          <a:bodyPr>
            <a:normAutofit/>
          </a:bodyPr>
          <a:lstStyle/>
          <a:p>
            <a:pPr algn="ctr"/>
            <a:r>
              <a:rPr lang="en-US" sz="36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  <a:endParaRPr lang="en-IN" sz="36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821DA3-9394-3019-0D91-6C9C7390F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7865" y="2355163"/>
            <a:ext cx="10442950" cy="4664846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data processing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storage needed in robots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software updates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monitoring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cost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performance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45ECA2-BCE7-2484-F441-96B9BDDCD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403123"/>
            <a:ext cx="11689080" cy="83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005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E9E8C-CEDA-6B8F-9B7A-E7D95058B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633" y="1111440"/>
            <a:ext cx="8596668" cy="1320800"/>
          </a:xfrm>
        </p:spPr>
        <p:txBody>
          <a:bodyPr>
            <a:normAutofit/>
          </a:bodyPr>
          <a:lstStyle/>
          <a:p>
            <a:r>
              <a:rPr lang="en-US" sz="36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6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A65F1B-AE72-C46B-EB04-DD9CD336A298}"/>
              </a:ext>
            </a:extLst>
          </p:cNvPr>
          <p:cNvSpPr txBox="1"/>
          <p:nvPr/>
        </p:nvSpPr>
        <p:spPr>
          <a:xfrm>
            <a:off x="956075" y="2577018"/>
            <a:ext cx="1055001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Robotics combines robots with cloud computing.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makes robots smarter and more efficient.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is widely used in healthcare, industries, agriculture, and logistics.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a bright future with AI and cloud technology.</a:t>
            </a:r>
            <a:endParaRPr lang="en-IN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0A193D-D7C0-7317-D100-F8FC5A5D2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81832"/>
            <a:ext cx="11689080" cy="1079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570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299A1-E513-E42D-5C24-0EEBE4692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9035" y="2430578"/>
            <a:ext cx="8596668" cy="1320800"/>
          </a:xfrm>
        </p:spPr>
        <p:txBody>
          <a:bodyPr>
            <a:noAutofit/>
          </a:bodyPr>
          <a:lstStyle/>
          <a:p>
            <a:r>
              <a:rPr lang="en-US" sz="96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  <a:reflection blurRad="6350" stA="60000" endA="900" endPos="60000" dist="60007" dir="5400000" sy="-100000" algn="bl" rotWithShape="0"/>
                </a:effectLst>
              </a:rPr>
              <a:t>THANK YOU</a:t>
            </a:r>
            <a:endParaRPr lang="en-IN" sz="9600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  <a:reflection blurRad="6350" stA="60000" endA="900" endPos="60000" dist="60007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25115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Glossy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</TotalTime>
  <Words>238</Words>
  <Application>Microsoft Office PowerPoint</Application>
  <PresentationFormat>Widescreen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Times New Roman</vt:lpstr>
      <vt:lpstr>Wingdings</vt:lpstr>
      <vt:lpstr>Office Theme</vt:lpstr>
      <vt:lpstr>Cloud Robotics: Building Smarter Robots with the Cloud   PRESENTED BY  VISHALI P (1925242313)  TECHNICAL PRESENTATION</vt:lpstr>
      <vt:lpstr>INTRODUCTION:</vt:lpstr>
      <vt:lpstr>How Cloud Robotics Works</vt:lpstr>
      <vt:lpstr>COMPONENTS</vt:lpstr>
      <vt:lpstr> </vt:lpstr>
      <vt:lpstr>BENEFITS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vishali p</dc:creator>
  <cp:lastModifiedBy>vishali p</cp:lastModifiedBy>
  <cp:revision>4</cp:revision>
  <dcterms:created xsi:type="dcterms:W3CDTF">2025-12-08T14:48:52Z</dcterms:created>
  <dcterms:modified xsi:type="dcterms:W3CDTF">2026-07-23T04:06:32Z</dcterms:modified>
</cp:coreProperties>
</file>